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Social Media Privacy and Digital Footprint Toolkit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Harshini S. | CSE | Dhanalakshmi College of Engineering</a:t>
            </a:r>
          </a:p>
          <a:p>
            <a:r>
              <a:t>Capstone Project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and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Oversharing, location leaks, exposed identifiers, password reuse, and unchecked app access can increase privacy risks.</a:t>
            </a:r>
          </a:p>
          <a:p>
            <a:pPr>
              <a:defRPr sz="2100"/>
            </a:pPr>
            <a:r>
              <a:t>Objectives: raise awareness, provide a practical audit checklist, and recommend safer online habits.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and Main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Digital footprint: information left through posts, comments, tags, settings, and app activity.</a:t>
            </a:r>
          </a:p>
          <a:p>
            <a:pPr>
              <a:defRPr sz="2100"/>
            </a:pPr>
            <a:r>
              <a:t>Key risks: oversharing, location exposure, social engineering, weak/reused passwords, and third-party permissions.</a:t>
            </a:r>
          </a:p>
          <a:p>
            <a:pPr>
              <a:defRPr sz="2100"/>
            </a:pPr>
            <a:r>
              <a:t>Verify advice against official platform help pages and trusted cybersecurity guidance.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Toolkit and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1. Review a fictional profile using the privacy checklist.</a:t>
            </a:r>
          </a:p>
          <a:p>
            <a:pPr>
              <a:defRPr sz="2100"/>
            </a:pPr>
            <a:r>
              <a:t>2. Select risks and view illustrative risk indicators.</a:t>
            </a:r>
          </a:p>
          <a:p>
            <a:pPr>
              <a:defRPr sz="2100"/>
            </a:pPr>
            <a:r>
              <a:t>3. Apply safety recommendations.</a:t>
            </a:r>
          </a:p>
          <a:p>
            <a:pPr>
              <a:defRPr sz="2100"/>
            </a:pPr>
            <a:r>
              <a:t>4. Compare before/after guidance and repeat the review monthly.</a:t>
            </a:r>
          </a:p>
          <a:p>
            <a:pPr>
              <a:defRPr sz="2100"/>
            </a:pPr>
            <a:r>
              <a:t>The local demo does not scan real accounts.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Ethics, Verification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100"/>
            </a:pPr>
            <a:r>
              <a:t>Uses fictional persona and sample data only; no real-person OSINT or account connection.</a:t>
            </a:r>
          </a:p>
          <a:p>
            <a:pPr>
              <a:defRPr sz="2100"/>
            </a:pPr>
            <a:r>
              <a:t>Test checklist updates, Apply Safety Fixes, and Reset Audit.</a:t>
            </a:r>
          </a:p>
          <a:p>
            <a:pPr>
              <a:defRPr sz="2100"/>
            </a:pPr>
            <a:r>
              <a:t>Risk score is illustrative, not a real security assessment.</a:t>
            </a:r>
          </a:p>
          <a:p>
            <a:pPr>
              <a:defRPr sz="2100"/>
            </a:pPr>
            <a:r>
              <a:t>Conclusion: reduce unnecessary exposure, secure sign-ins, and review privacy settings regularly.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